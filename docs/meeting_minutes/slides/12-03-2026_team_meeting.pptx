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67" r:id="rId5"/>
    <p:sldId id="258" r:id="rId6"/>
    <p:sldId id="262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63759-6664-4629-8880-4DF5D749F018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9ED54-44F6-43EE-ABE0-32ED47A05E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48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9ED54-44F6-43EE-ABE0-32ED47A05E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8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C7B3-8C40-B18E-9C5A-372BED0BB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61B5C-EEF9-EF9B-9AD0-E11874C42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CAC7-870B-1820-67A6-AFE43E77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4CD73-F23C-8018-3BEF-F4F0F39F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22624-762B-9B9F-B544-2F98D2C5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1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DD01-0941-55E2-470E-600DBEA6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2BEF-FE07-4802-956A-2D6D814B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8B87-1403-CE5A-7248-35201468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A045A-EC0F-2335-85C6-CE473953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D6B4-C3B6-8077-F993-BDC0955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397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2B9E-DB12-10E6-76A0-EED1D506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3349-D81B-1179-B0B5-8D72E83D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2350F-BB4B-E597-225D-544A77D9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1475-5B9A-7291-FB3C-F8945E9C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96C94-03EE-E6A3-93D0-3F9EA15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69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1AC0-63F5-FAAE-EDA0-96815535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73EF-7897-7337-4304-1C52E90BB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F6AC-E4D5-AAF3-7063-E0FDAA36D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C0193-B159-C42A-D11C-2C320868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02412-7C0C-8EF9-D30C-F23BE7A8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0C196-69F2-BA95-5ABC-9D75EA44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93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0C88-36EA-DA6E-04D5-1A035E21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727B1-B915-B8EC-3FBF-E483FD5FB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25805-A917-840B-E95E-FB6FC94F3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B18DD-042F-CC13-3BE4-F6967AAE3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E9763-4FD7-AF4F-DF8A-5BC254598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35A4F-086D-B7F1-DF61-4C178D8F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16096-9313-99AC-2522-EDA22307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DD94B-547C-273C-5DB7-59CAA8D7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70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6B5D-0F8C-E0D1-2E28-C3B3F73C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1062B-CE98-9F87-E600-0FDD6A68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B17B5-67DC-3EBD-EA93-F697179E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62446-AA12-796D-C2BF-BFDDEEA6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96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F4CA5-DAE5-02D1-B813-F46D2327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C8668-DCC1-E817-A59A-2CA4E989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DE87C-5C69-18D4-520D-D69967F0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26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CC79-395E-2FD4-7BCF-FBD447B2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4D8F-9918-605F-EE3C-EE4A39A25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73AF3-3147-08E0-3F41-2F2B9D03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89E16-6E28-84D2-D6D5-1133D2CD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36B3C-0025-9554-AB2B-6A65463A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392E2-B015-797F-0AD9-BFAEFA6A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16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CBF2-41B3-334C-C02B-4ADFC3EB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30697-A5B2-E07C-A2B4-DF9E6CC97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46E87-C444-7F6C-31C0-302DEAD67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88552-152C-D750-98F4-875B6EE6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DF2C5-0153-8CAA-A6E5-8CC0D987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685F5-00B5-88C4-F969-A6203B66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37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33C8-13DD-A19F-3DD8-13E88CE7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D48CD-D7BA-D9A8-A904-CB6701610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A5E9D-C2A5-8CB9-E725-A310493A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A1A67-B5A7-0026-7F6B-A7864D64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A6FC-1E66-A50A-7221-DE17C975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2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F6A52-AA37-DE99-9F8B-3CE8DFADF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5C8D8-3E18-7700-7FEB-4CDC37AB2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B029-85E0-2AAC-08CF-9B0A4A14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B0A12-493C-CB6E-0A15-DBBAC418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A01E-B6DD-3F9C-9E29-AEFD8ECD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207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1603-7DAE-6582-E1C6-8A5B83084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78FD2-54C2-10F1-0130-17CA4C205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69FC2-0A3F-36F7-3FB6-04BC3793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5C3B-9592-BC84-1E0F-1B7A9A93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B9DEB-5EBF-53F1-2078-30745EDB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67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43A2-F81A-9620-91F9-06E20384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3F8A7-5A6B-08B2-82ED-31EF3277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5E01A-6E69-9F62-D512-4C33E79C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6EFBB-AA0E-F91A-9B9A-0A1D50F8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F5C8-A58E-7ACD-CCC4-21D42F8A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903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87D1-08CC-12D5-D0CB-98238CED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FE7B2-F357-33B6-68AC-77E4EA7B7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172EE-4959-AF3B-ADE2-739D39BE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2E0E-A2AC-24EF-848A-16A31194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BBEB-4002-55F8-6618-C261BCAB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677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AD1C-DDB6-6058-0702-E6C54803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EBE5-3871-799A-C681-0562C2D0C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7243A-2C96-A1B4-E2AB-7C8C41508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9A548-3852-3B19-7D87-6E057C31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D0FF9-EACD-B757-9010-0E3E6076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E8EA-5294-A3CB-812C-0E17FADA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7556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5238-BE2A-E55B-25F7-FC578DFE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9673A-FC85-20C5-1341-BEF5FD2AA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0D56D-2E12-87E2-7D60-3B0AD5B28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1CA9A-813A-CC1B-B4D7-C0E9BCE87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BE1C6-5A6E-3E41-4E40-0419D6F34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74B4D-7D94-DADD-8AD5-949AA65B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D735F-E89C-D43C-BECF-510B1448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BE36C-428E-5DE3-9E66-1E744CB7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94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7186-98B7-BF67-0ED4-758FBAB0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95AD6-02F9-61ED-015B-0A39C1C9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07301-B420-7472-BCA4-C3A3A036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6AFC6-8C2D-7FFB-F4BE-E920B6D5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650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E86F5-D269-3896-D7A1-D5F06BBF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52813-0CAF-8F43-D8F8-004E0F89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935E-A109-C8AC-7248-8E5FA7CC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02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529D-A1A1-6D94-1EEE-86C66C81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53AC-FB65-0309-9BAC-0FBD34A5D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BAEC3-FED2-0B08-BA66-B65155091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B99E6-E32A-C021-108E-9A539B80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D387-8C9B-6DA3-4A3A-7AE3790F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8615C-92C6-DA40-69D3-B88BD59E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31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2C4D-233C-2F7D-ADD8-6C6CB782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580F4-C85D-3012-843C-B025F027C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2E834-E065-FDF9-1712-3B99C318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2A999-67CD-CA82-760F-BF61401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35CA5-EA2B-2B0A-899C-E49FB14C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AE125-8339-83A4-6B4B-95D67311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648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C978-D577-6FBC-60CE-4E27D28C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6BB5A-29B7-D429-127F-D83B3F00A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24DB6-1FB4-512D-385B-D2FFC3B9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5FBAF-9C27-6EEE-35F6-2F7079E7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ACD5-F8D9-1A81-238F-44FF0508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568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DF2FC-957A-32DD-6E20-1EB990BCC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EDE60-8D23-62D5-36E3-87F495A1F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1715F-9DC9-CB70-4D4E-68855CB85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B899C-885B-703D-1920-E11E0391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9CA04-A604-227B-2484-F599497A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0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5FE64-C508-791C-41AE-1986D9D2D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6F3CB-0C1A-7A09-ACDD-B08E554AF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CB4C2-AC5B-E709-03E4-D9A7EE60B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DBB3-0D5F-F5DE-418C-35CD067BF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5A265-FE26-50FE-C850-122F57DC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25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2A6D1-309B-1A14-944A-EBD43B83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16E81-B4D3-6289-5190-20F609F47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53224-E30C-79D9-AD91-A88010E51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DABF-FC7C-B9D6-AEE9-661085E6A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713D8-717B-4992-E533-B72D17AF5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08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eojson.io/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40490657" descr="Picture 300100021, Picture, Picture, Picture">
            <a:extLst>
              <a:ext uri="{FF2B5EF4-FFF2-40B4-BE49-F238E27FC236}">
                <a16:creationId xmlns:a16="http://schemas.microsoft.com/office/drawing/2014/main" id="{09CE9ED9-DBBB-F00F-B2A4-77440CCD9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62" y="1105628"/>
            <a:ext cx="1819275" cy="1819275"/>
          </a:xfrm>
          <a:prstGeom prst="rect">
            <a:avLst/>
          </a:prstGeom>
        </p:spPr>
      </p:pic>
      <p:sp>
        <p:nvSpPr>
          <p:cNvPr id="5" name="文本框 2">
            <a:extLst>
              <a:ext uri="{FF2B5EF4-FFF2-40B4-BE49-F238E27FC236}">
                <a16:creationId xmlns:a16="http://schemas.microsoft.com/office/drawing/2014/main" id="{64BF3B80-8B51-BD83-1D3B-DC7164F2287D}"/>
              </a:ext>
            </a:extLst>
          </p:cNvPr>
          <p:cNvSpPr txBox="1"/>
          <p:nvPr/>
        </p:nvSpPr>
        <p:spPr>
          <a:xfrm>
            <a:off x="3305011" y="3319976"/>
            <a:ext cx="558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CITS5206 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Capstone Project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05C1F9DB-441F-9D45-81E8-12E2D5212FB8}"/>
              </a:ext>
            </a:extLst>
          </p:cNvPr>
          <p:cNvSpPr txBox="1"/>
          <p:nvPr/>
        </p:nvSpPr>
        <p:spPr>
          <a:xfrm>
            <a:off x="3305011" y="3784382"/>
            <a:ext cx="558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Fire Vulnerability App for Cultural Heritage Sites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0D2A684A-B90E-AA91-55B1-6F7DA77EC96C}"/>
              </a:ext>
            </a:extLst>
          </p:cNvPr>
          <p:cNvSpPr txBox="1"/>
          <p:nvPr/>
        </p:nvSpPr>
        <p:spPr>
          <a:xfrm>
            <a:off x="4822312" y="4525787"/>
            <a:ext cx="2547364" cy="13140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Group: Group 21</a:t>
            </a:r>
          </a:p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AU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Assoc. Sven Ouzman</a:t>
            </a:r>
            <a:b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By Cloud Wang</a:t>
            </a:r>
            <a:b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1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E25B-23E3-4D5D-F629-C52626A9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972A1F69-DF7E-C048-5150-750E639A936F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25D78-23F8-E966-6FF9-13C765B24169}"/>
              </a:ext>
            </a:extLst>
          </p:cNvPr>
          <p:cNvSpPr txBox="1"/>
          <p:nvPr/>
        </p:nvSpPr>
        <p:spPr>
          <a:xfrm>
            <a:off x="434762" y="1021517"/>
            <a:ext cx="11300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project aims to develop a GIS tool that helps identify and visualize cultural heritage sites that may be vulnerable to bushfires.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ACHIS,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InHERIT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Data WA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052BF-DCA5-2B3C-075F-797EE4ACC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2221846"/>
            <a:ext cx="8811855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6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F4E6E-21BC-530B-9AE1-AB822358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E8F6DED2-2B02-8273-57C1-EEBC0F82F8B2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52E0A-9A95-BB39-5EA6-C87046D85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78" y="675747"/>
            <a:ext cx="11782244" cy="61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8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9CFA-6F63-1632-4777-7F5D0BA3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A62FC38E-556B-2CEF-FFAA-A30AA4B9D6FA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35E8B-FADF-4CF1-B23E-5F173D65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79" y="675747"/>
            <a:ext cx="8234641" cy="61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0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560F-901F-1B37-D5F7-B92F7730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CD437418-FA44-EF46-5D19-D41B2E344E88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Region Selection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C15B74-8831-C249-57E2-3B5955913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883908"/>
            <a:ext cx="12160875" cy="574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4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67C5D-F880-FE86-4108-EA8099DF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F1AB6316-2CE6-0F79-63C6-257764C614F7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Region Selection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DA52DB-CA71-3FB2-0A23-D36B71C75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61" y="675747"/>
            <a:ext cx="10396477" cy="61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2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DBB91-B0B3-3EEC-9CF1-48F0607B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4F69E0F6-B908-DDE2-6515-719E2BE93F7D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xport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CBBBF3-4570-EC72-2F4B-EEA5D1754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727"/>
            <a:ext cx="12192000" cy="4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7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C043-0E84-D2D4-A67A-9C56FDD21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44149ECB-42B8-C883-60FD-7F00BDB5338E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to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A8702-45C5-AD41-F7B5-DE246ECD5B89}"/>
              </a:ext>
            </a:extLst>
          </p:cNvPr>
          <p:cNvSpPr txBox="1"/>
          <p:nvPr/>
        </p:nvSpPr>
        <p:spPr>
          <a:xfrm>
            <a:off x="434762" y="1021517"/>
            <a:ext cx="1132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https://geojson.io/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56C099-0043-4491-0F7D-7FD871D1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81" y="1390849"/>
            <a:ext cx="10064438" cy="54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5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D823-C424-EDC4-DDAC-9798C75B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1054CCC8-90AC-658C-87F0-098BF73DFB85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demo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87B4E-858F-CB54-FA49-99B89D406448}"/>
              </a:ext>
            </a:extLst>
          </p:cNvPr>
          <p:cNvSpPr txBox="1"/>
          <p:nvPr/>
        </p:nvSpPr>
        <p:spPr>
          <a:xfrm>
            <a:off x="434762" y="1021517"/>
            <a:ext cx="113235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Leaflet: a JavaScript library for interactive maps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OpenStreetMap: OpenStreetMap (OSM) is a free, open-source global map database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http://localhost:8000/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0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9D37-B1C4-B8AF-291D-89D31781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FF302629-80B0-0F3E-8A9D-7E073A1FF6BE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627DA-85EE-D573-2752-93B2D36C844D}"/>
              </a:ext>
            </a:extLst>
          </p:cNvPr>
          <p:cNvSpPr txBox="1"/>
          <p:nvPr/>
        </p:nvSpPr>
        <p:spPr>
          <a:xfrm>
            <a:off x="434762" y="1021517"/>
            <a:ext cx="111817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basic web GIS prototype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Enable the system to load GIS data and display heritage sites on a map.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fire vulnerability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Develop a simplified method to estimate fire vulnerability based on environmental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system functionality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Add additional features such as risk visualization and data input for heritage sites.</a:t>
            </a:r>
          </a:p>
        </p:txBody>
      </p:sp>
    </p:spTree>
    <p:extLst>
      <p:ext uri="{BB962C8B-B14F-4D97-AF65-F5344CB8AC3E}">
        <p14:creationId xmlns:p14="http://schemas.microsoft.com/office/powerpoint/2010/main" val="3633903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189</Words>
  <Application>Microsoft Office PowerPoint</Application>
  <PresentationFormat>宽屏</PresentationFormat>
  <Paragraphs>29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 Wang (24408996)</dc:creator>
  <cp:lastModifiedBy>Cloud Wang (24408996)</cp:lastModifiedBy>
  <cp:revision>20</cp:revision>
  <dcterms:created xsi:type="dcterms:W3CDTF">2026-03-11T01:47:16Z</dcterms:created>
  <dcterms:modified xsi:type="dcterms:W3CDTF">2026-03-14T14:24:23Z</dcterms:modified>
</cp:coreProperties>
</file>